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16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0D1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22860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76072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923544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271016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31152" y="22860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31152" y="576072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923544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31152" y="1271016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8624" y="22860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78624" y="576072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8624" y="923544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78624" y="1271016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22860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6096" y="576072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923544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26096" y="1271016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228600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576072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73568" y="923544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3568" y="1271016"/>
            <a:ext cx="91440" cy="9144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Metawurks AI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— Project Overview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9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·  React 19  ·  Tailwind CSS v4  ·  TypeScript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142233"/>
            <a:ext cx="2011679" cy="8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By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Deepashree R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deepashreeram12@gmail.com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7548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4297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responsive AI chat interface — a front-end UI shell ready to be connected to any LLM backend.
</a:t>
            </a: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can:
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messages and receive simulated AI replies
• Toggle between Dark and Light themes
• Copy any message with one click
• Read responses in formatted Markdown
• Use the app on mobile or desktop seamlessly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822960"/>
            <a:ext cx="32004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86868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577840" y="14447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2057400"/>
            <a:ext cx="32004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21031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77840" y="2679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3291840"/>
            <a:ext cx="32004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333756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577840" y="3913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8288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87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 Interface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44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bubble layout with user &amp; assistant messages, timestamps, and auto-scroll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73152" cy="18288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0" name="Text 8"/>
          <p:cNvSpPr/>
          <p:nvPr/>
        </p:nvSpPr>
        <p:spPr>
          <a:xfrm>
            <a:off x="3364992" y="987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/ Light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444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toggle that cascades across all components instantly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22960"/>
            <a:ext cx="73152" cy="18288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987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Markdown Rendering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1444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replies rendered as rich Markdown via react-markdown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27432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9809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Typing Indicator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43814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three-dot bounce while the assistant is processing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16352"/>
            <a:ext cx="27432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16352"/>
            <a:ext cx="73152" cy="18288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29809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Copy to Clipboard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343814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copy button on every message bubble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16352"/>
            <a:ext cx="2743200" cy="182880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16352"/>
            <a:ext cx="73152" cy="18288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29809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91072" y="3438144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that adapts cleanly from phone to desktop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778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778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87782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API Routes, Turbopack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solidFill>
            <a:srgbClr val="E8EE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819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5819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0" y="15819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useState, useEffect, useRef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responsive, dark mode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16936"/>
            <a:ext cx="8595360" cy="594360"/>
          </a:xfrm>
          <a:prstGeom prst="rect">
            <a:avLst/>
          </a:prstGeom>
          <a:solidFill>
            <a:srgbClr val="E8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9900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990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9900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typing across all components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6941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6941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react-markdown ^10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69417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assistant responses as HTML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E8EEF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39826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43982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Geist Sans + Mono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439826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Google Fonts integration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658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658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6583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749040" cy="393192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Browser (Client)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081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page.tsx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550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1214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ChatWindow.tsx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682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Layout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834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InputArea.tsx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81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11296"/>
            <a:ext cx="33832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547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Message.tsx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+ Markdown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2560320"/>
            <a:ext cx="822960" cy="4572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 →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2336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JSON reply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20640" y="822960"/>
            <a:ext cx="3749040" cy="39319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Server (Next.js)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85232" y="1371600"/>
            <a:ext cx="3429000" cy="658368"/>
          </a:xfrm>
          <a:prstGeom prst="rect">
            <a:avLst/>
          </a:prstGeom>
          <a:solidFill>
            <a:srgbClr val="1A2F6E"/>
          </a:solidFill>
          <a:ln/>
        </p:spPr>
      </p:sp>
      <p:sp>
        <p:nvSpPr>
          <p:cNvPr id="24" name="Text 22"/>
          <p:cNvSpPr/>
          <p:nvPr/>
        </p:nvSpPr>
        <p:spPr>
          <a:xfrm>
            <a:off x="5422392" y="14081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app/api/chat/route.ts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22392" y="16733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handler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85232" y="2240280"/>
            <a:ext cx="3429000" cy="658368"/>
          </a:xfrm>
          <a:prstGeom prst="rect">
            <a:avLst/>
          </a:prstGeom>
          <a:solidFill>
            <a:srgbClr val="1A2F6E"/>
          </a:solidFill>
          <a:ln/>
        </p:spPr>
      </p:sp>
      <p:sp>
        <p:nvSpPr>
          <p:cNvPr id="27" name="Text 25"/>
          <p:cNvSpPr/>
          <p:nvPr/>
        </p:nvSpPr>
        <p:spPr>
          <a:xfrm>
            <a:off x="5422392" y="22768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AI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22392" y="25420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replies (1.5s delay)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85232" y="3108960"/>
            <a:ext cx="3429000" cy="658368"/>
          </a:xfrm>
          <a:prstGeom prst="rect">
            <a:avLst/>
          </a:prstGeom>
          <a:solidFill>
            <a:srgbClr val="1A2F6E"/>
          </a:solidFill>
          <a:ln/>
        </p:spPr>
      </p:sp>
      <p:sp>
        <p:nvSpPr>
          <p:cNvPr id="30" name="Text 28"/>
          <p:cNvSpPr/>
          <p:nvPr/>
        </p:nvSpPr>
        <p:spPr>
          <a:xfrm>
            <a:off x="5422392" y="31455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LLM API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22392" y="34107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Anthropic / OpenAI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4069080"/>
          </a:xfrm>
          <a:prstGeom prst="rect">
            <a:avLst/>
          </a:prstGeom>
          <a:solidFill>
            <a:srgbClr val="0D1B4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chat-ui/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api/chat/route.ts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globals.css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layout.tsx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page.tsx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ChatWindow.tsx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InputArea.tsx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364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Message.tsx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639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913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package.json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tsconfig.json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777240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81728" y="8138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route.ts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10424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— receives message, returns mock reply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444752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81728" y="14813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layout.tsx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17099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layout: fonts, metadata, global body wrapper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112264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81728" y="21488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page.tsx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81728" y="23774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page — simply renders &lt;ChatWindow /&gt;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79776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81728" y="28163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ChatWindow.tsx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81728" y="30449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component: message state, send logic, dark mode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447288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81728" y="34838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InputArea.tsx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81728" y="37124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 field with Send button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114800"/>
            <a:ext cx="4297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81728" y="41513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Message.tsx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81728" y="43799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bubble with Markdown renderer + copy button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192024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941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Extract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749040" cy="502920"/>
          </a:xfrm>
          <a:prstGeom prst="rect">
            <a:avLst/>
          </a:prstGeom>
          <a:solidFill>
            <a:srgbClr val="0D1B4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996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unzip chat-ui.zip &amp;&amp; cd chat-ui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192024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73152" cy="192024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914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941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1463040"/>
            <a:ext cx="3749040" cy="502920"/>
          </a:xfrm>
          <a:prstGeom prst="rect">
            <a:avLst/>
          </a:prstGeom>
          <a:solidFill>
            <a:srgbClr val="0D1B4E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996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114800" cy="192024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192024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Dev Server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749040" cy="502920"/>
          </a:xfrm>
          <a:prstGeom prst="rect">
            <a:avLst/>
          </a:prstGeom>
          <a:solidFill>
            <a:srgbClr val="0D1B4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02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114800" cy="192024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80360"/>
            <a:ext cx="73152" cy="192024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3566160"/>
            <a:ext cx="3749040" cy="502920"/>
          </a:xfrm>
          <a:prstGeom prst="rect">
            <a:avLst/>
          </a:prstGeom>
          <a:solidFill>
            <a:srgbClr val="0D1B4E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602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6400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0972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5544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0116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828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6400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0972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0116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1828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6400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0972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5544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20116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828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6400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0972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5544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20116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1828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6400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10972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5544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20116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828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6400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10972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15544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011680"/>
            <a:ext cx="109728" cy="109728"/>
          </a:xfrm>
          <a:prstGeom prst="ellipse">
            <a:avLst/>
          </a:prstGeom>
          <a:solidFill>
            <a:srgbClr val="CADCFC">
              <a:alpha val="35000"/>
            </a:srgbClr>
          </a:solidFill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457200" y="1280160"/>
            <a:ext cx="8321040" cy="502920"/>
          </a:xfrm>
          <a:prstGeom prst="rect">
            <a:avLst/>
          </a:prstGeom>
          <a:solidFill>
            <a:srgbClr val="1A2F6E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13167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https://github.com/DeepashreeR02/Metawurks-ChatUI 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1892808"/>
            <a:ext cx="8321040" cy="502920"/>
          </a:xfrm>
          <a:prstGeom prst="rect">
            <a:avLst/>
          </a:prstGeom>
          <a:solidFill>
            <a:srgbClr val="1A2F6E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192938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https://metawurks-chat-ui-eight.vercel.app/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" y="25420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" y="3154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94360" y="37673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4360" y="437997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522</Words>
  <Application>Microsoft Office PowerPoint</Application>
  <PresentationFormat>On-screen Show (16:9)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Metawurks AI Chat UI</dc:title>
  <dc:subject>PptxGenJS Presentation</dc:subject>
  <dc:creator>PptxGenJS</dc:creator>
  <cp:lastModifiedBy>Deepashree R</cp:lastModifiedBy>
  <cp:revision>3</cp:revision>
  <dcterms:created xsi:type="dcterms:W3CDTF">2026-04-10T09:52:42Z</dcterms:created>
  <dcterms:modified xsi:type="dcterms:W3CDTF">2026-04-10T11:41:28Z</dcterms:modified>
</cp:coreProperties>
</file>